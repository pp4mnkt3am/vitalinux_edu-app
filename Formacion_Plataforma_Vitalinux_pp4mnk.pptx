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Formación Plataforma Académica Vitalinux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docente</a:t>
            </a:r>
          </a:p>
          <a:p>
            <a:r>
              <a:t>Desarrollo y código: pp4mnk</a:t>
            </a:r>
          </a:p>
          <a:p>
            <a:r>
              <a:t>Año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la 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Conocer la plataforma</a:t>
            </a:r>
          </a:p>
          <a:p>
            <a:r>
              <a:t>• Uso práctico en el aula</a:t>
            </a:r>
          </a:p>
          <a:p>
            <a:r>
              <a:t>• Gestión académica básica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es la plataforma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Herramienta ligera para:</a:t>
            </a:r>
          </a:p>
          <a:p>
            <a:r>
              <a:t>- Alumnos</a:t>
            </a:r>
          </a:p>
          <a:p>
            <a:r>
              <a:t>- Asistencia</a:t>
            </a:r>
          </a:p>
          <a:p>
            <a:r>
              <a:t>- Calificaciones</a:t>
            </a:r>
          </a:p>
          <a:p>
            <a:r>
              <a:t>- Recursos</a:t>
            </a:r>
          </a:p>
          <a:p>
            <a:r>
              <a:t>- Cuestionarios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Acceso y arranque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Ejecutar python3 app.py</a:t>
            </a:r>
          </a:p>
          <a:p>
            <a:r>
              <a:t>2. Abrir navegador</a:t>
            </a:r>
          </a:p>
          <a:p>
            <a:r>
              <a:t>3. http://localhost:5000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alumnos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Alta de alumnos</a:t>
            </a:r>
          </a:p>
          <a:p>
            <a:r>
              <a:t>Asignación por grupo</a:t>
            </a:r>
          </a:p>
          <a:p>
            <a:r>
              <a:t>Uso en tutoría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Asistencia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Registro diario</a:t>
            </a:r>
          </a:p>
          <a:p>
            <a:r>
              <a:t>Seguimiento</a:t>
            </a:r>
          </a:p>
          <a:p>
            <a:r>
              <a:t>Informes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Calificaciones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Registro por asignatura</a:t>
            </a:r>
          </a:p>
          <a:p>
            <a:r>
              <a:t>Evaluación continua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Subida de PDFs y vídeos</a:t>
            </a:r>
          </a:p>
          <a:p>
            <a:r>
              <a:t>Acceso rápido en clase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Cuestionarios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Creación rápida</a:t>
            </a:r>
          </a:p>
          <a:p>
            <a:r>
              <a:t>Refuerzo y evaluación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para el centro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libre</a:t>
            </a:r>
          </a:p>
          <a:p>
            <a:r>
              <a:t>Ligero</a:t>
            </a:r>
          </a:p>
          <a:p>
            <a:r>
              <a:t>Ideal Vitalinux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Gracias por participar</a:t>
            </a:r>
          </a:p>
          <a:p>
            <a:r>
              <a:t>pp4mnk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